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zealous-cori/mnt/outputs/assets/full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417320"/>
            <a:ext cx="4206240" cy="7252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8803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Inventory System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7033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42062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Borrow, Return, and Reserve Office Equipment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ITEMHOUND Staff   ·   Prepared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borrow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Equipment Inventory System is the app our office uses to keep track of shared equipment — cameras, cables, timing gear, and other items several people use.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paper sign-out sheets with one simple screen — on a computer or a phone. No technical background needed: if you can use a web browser, you can use this app.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589520" y="16002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open 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63840" y="2423160"/>
            <a:ext cx="640080" cy="64008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10" name="Image 1" descr="/sessions/adoring-zealous-cori/mnt/outputs/assets/icon-desktop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650" y="249997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0" y="24231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office computer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 address given to you by your administrator.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63840" y="3703320"/>
            <a:ext cx="640080" cy="64008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13" name="Image 2" descr="/sessions/adoring-zealous-cori/mnt/outputs/assets/icon-mobil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650" y="37801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0" y="3703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"IH Inventory" app icon installed for you.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3" name="Image 0" descr="/sessions/adoring-zealous-cori/mnt/outputs/assets/icon-register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Account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only — you must register before you can log in.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Tap "New employee? Register here" on the sign-in screen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Enter your Employee ID and Full Name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Choose a Password you'll remember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Enter the Access Code (ask your office administrator)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Tap Register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589520" y="20116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212848"/>
            <a:ext cx="34747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"Account Created Successfully" message appears briefly, then returns you to the sign-in screen automatically.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logi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Enter your Employee ID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Enter your Password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Tap Log In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land on the Borrow tab — the main screen of the app.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3" name="Image 0" descr="/sessions/adoring-zealous-cori/mnt/outputs/assets/icon-inventor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Main Screens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D9D9D9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2125980"/>
            <a:ext cx="914400" cy="91440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7" name="Image 1" descr="/sessions/adoring-zealous-cori/mnt/outputs/assets/icon-borrow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35708"/>
            <a:ext cx="694944" cy="694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1920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965960" y="24231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equipment you need to use.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5508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D9D9D9"/>
          </a:solidFill>
          <a:ln/>
        </p:spPr>
      </p:sp>
      <p:sp>
        <p:nvSpPr>
          <p:cNvPr id="11" name="Shape 7"/>
          <p:cNvSpPr/>
          <p:nvPr/>
        </p:nvSpPr>
        <p:spPr>
          <a:xfrm>
            <a:off x="6629400" y="2125980"/>
            <a:ext cx="914400" cy="91440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12" name="Image 2" descr="/sessions/adoring-zealous-cori/mnt/outputs/assets/icon-retur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235708"/>
            <a:ext cx="694944" cy="6949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0" y="1920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772400" y="24231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equipment back and mark it available.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D9D9D9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4320540"/>
            <a:ext cx="914400" cy="91440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17" name="Image 3" descr="/sessions/adoring-zealous-cori/mnt/outputs/assets/icon-reserv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30268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65960" y="4114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965960" y="46177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equipment for a future date.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355080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D9D9D9"/>
          </a:solidFill>
          <a:ln/>
        </p:spPr>
      </p:sp>
      <p:sp>
        <p:nvSpPr>
          <p:cNvPr id="21" name="Shape 15"/>
          <p:cNvSpPr/>
          <p:nvPr/>
        </p:nvSpPr>
        <p:spPr>
          <a:xfrm>
            <a:off x="6629400" y="4320540"/>
            <a:ext cx="914400" cy="91440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22" name="Image 4" descr="/sessions/adoring-zealous-cori/mnt/outputs/assets/icon-inventory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4430268"/>
            <a:ext cx="694944" cy="6949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0" y="4114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Inventory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772400" y="46177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list, status, and search it.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borrow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Equipment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Tap the Borrow tab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or scan the Equipment ID, then tap Add (repeat for more items)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 off any Miscellaneous Items you're also taking, with quantity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a Purpose and type the Event name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Tap Complete, then Confirm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Equipment is marked Unavailable — export a Word record if you like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9520" y="17373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938528"/>
            <a:ext cx="34747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item is already borrowed by someone else, choose a different one — it isn't free until they return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3" name="Image 0" descr="/sessions/adoring-zealous-cori/mnt/outputs/assets/icon-retur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Equipment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Tap the Return tab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or scan the Equipment ID, then tap Add (repeat for more items)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Tap Complete, then Confirm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589520" y="17373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938528"/>
            <a:ext cx="34747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tab also accepts Reserved items — returning them clears the reservation and makes them available again.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reserv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Reserving Equipment for Later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equipment for an upcoming date without taking it out now.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Tap the Reserve tab and add item(s) by typing or scanning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off any Miscellaneous Items needed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Choose a Purpose and type the Event name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Pick the Date Needed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Tap Complete, then Confirm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589520" y="20116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D9D9D9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212848"/>
            <a:ext cx="34747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items show a yellow "RESERVED" tag. Use the Return tab later to release the reservation.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3" name="Image 0" descr="/sessions/adoring-zealous-cori/mnt/outputs/assets/icon-camera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Barcode Scanner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Tap the camera icon next to any Add box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Allow camera access if asked (only needs to happen once)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Point the camera at the barcode, inside the on-screen box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app reads it and adds the item automatically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589520" y="17373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D9D9D9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938528"/>
            <a:ext cx="347472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
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won't open? Check that camera permission is allowed for the app in your phone or browser settings.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search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and Searching Inventory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Tap the View Inventory tab to see every item and its status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in a column's filter box to search — the list narrows as you type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the Status filter for Available, Unavailable, or Reserved only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Tap Refresh for the latest data, or Clear Filters to reset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Click a Comment or Additional Information box to edit notes directly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3" name="Image 0" descr="/sessions/adoring-zealous-cori/mnt/outputs/assets/icon-palett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Color Guide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in View Inventory shows a colored status label: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9F5E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borrow or reserve right now.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BEAE5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09160" y="36576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checked out by someone else.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5EAD3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26517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549640" y="36576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for an upcoming date.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3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554480"/>
            <a:ext cx="1188720" cy="118872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logou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4134" y="1697126"/>
            <a:ext cx="903427" cy="903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175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Out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3794760"/>
            <a:ext cx="8899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Log Out in the top-right corner when you're finished.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most on a shared office computer.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630A1F"/>
          </a:solidFill>
          <a:ln/>
        </p:spPr>
      </p:sp>
      <p:pic>
        <p:nvPicPr>
          <p:cNvPr id="3" name="Image 0" descr="/sessions/adoring-zealous-cori/mnt/outputs/assets/icon-faq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D9D9D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647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is already borrowed. What do I do?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different item, or check with the current borrower.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D9D9D9"/>
          </a:solidFill>
          <a:ln/>
        </p:spPr>
      </p:sp>
      <p:sp>
        <p:nvSpPr>
          <p:cNvPr id="9" name="Text 6"/>
          <p:cNvSpPr/>
          <p:nvPr/>
        </p:nvSpPr>
        <p:spPr>
          <a:xfrm>
            <a:off x="4553712" y="17647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forgot the Access Code.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53712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office administrator — it's the same for everyone.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01584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D9D9D9"/>
          </a:solidFill>
          <a:ln/>
        </p:spPr>
      </p:sp>
      <p:sp>
        <p:nvSpPr>
          <p:cNvPr id="12" name="Text 9"/>
          <p:cNvSpPr/>
          <p:nvPr/>
        </p:nvSpPr>
        <p:spPr>
          <a:xfrm>
            <a:off x="8330184" y="17647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won't open.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30184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camera permission in your device settings, then retry.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D9D9D9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6850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type the ID instead of scanning?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both work exactly the same way.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25112" y="35204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D9D9D9"/>
          </a:solidFill>
          <a:ln/>
        </p:spPr>
      </p:sp>
      <p:sp>
        <p:nvSpPr>
          <p:cNvPr id="18" name="Text 15"/>
          <p:cNvSpPr/>
          <p:nvPr/>
        </p:nvSpPr>
        <p:spPr>
          <a:xfrm>
            <a:off x="4553712" y="36850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 close the app mid-borrow?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53712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saves until you tap Complete, then Confirm.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01584" y="35204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D9D9D9"/>
          </a:solidFill>
          <a:ln/>
        </p:spPr>
      </p:sp>
      <p:sp>
        <p:nvSpPr>
          <p:cNvPr id="21" name="Text 18"/>
          <p:cNvSpPr/>
          <p:nvPr/>
        </p:nvSpPr>
        <p:spPr>
          <a:xfrm>
            <a:off x="8330184" y="36850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Reserve take the item now?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30184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just holds it. Borrow or Return it when ready.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25363E"/>
          </a:solidFill>
          <a:ln/>
        </p:spPr>
      </p:sp>
      <p:pic>
        <p:nvPicPr>
          <p:cNvPr id="3" name="Image 0" descr="/sessions/adoring-zealous-cori/mnt/outputs/assets/icon-referenc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55595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38912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0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 do this...</a:t>
                      </a:r>
                      <a:endParaRPr lang="en-US" sz="130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...do this</a:t>
                      </a:r>
                      <a:endParaRPr lang="en-US" sz="130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6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Register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Sign-in screen → Register here → fill in details + Access Code → Register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Log in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Enter Employee ID + Password → Log In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Borrow an item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Borrow tab → Add item(s) → Purpose + Event → Complete → Confirm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Return an item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Return tab → Add item(s) → Complete → Confirm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Reserve an item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Reserve tab → Add item(s) → Purpose + Event + Date → Complete → Confirm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Scan a barcode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Tap camera icon → allow camera → point at barcode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Search inventory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View Inventory tab → type in a column filter box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30A1F"/>
                          </a:solidFill>
                        </a:rPr>
                        <a:t>Sign out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5363E"/>
                          </a:solidFill>
                        </a:rPr>
                        <a:t>Tap Log Out, top-right corner</a:t>
                      </a:r>
                      <a:endParaRPr lang="en-US" sz="12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ITEMHOUND  ·  Equipment Inventory System User Guide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zealous-cori/mnt/outputs/assets/icon-onl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7373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645920" y="3977640"/>
            <a:ext cx="8899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the Equipment Inventory System?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office administrator.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2026-07-29T02:36:24Z</dcterms:created>
  <dcterms:modified xsi:type="dcterms:W3CDTF">2026-07-29T02:36:24Z</dcterms:modified>
</cp:coreProperties>
</file>